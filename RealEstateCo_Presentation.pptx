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RealEstate Co.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Real Estate Services</a:t>
            </a:r>
          </a:p>
          <a:p>
            <a:r>
              <a:t>Helping you find your dream 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RealEstate Co.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RealEstate Co. is a dedicated real estate service provider focused on helping individuals and businesses navigate the property market with clarity and confidence.</a:t>
            </a:r>
          </a:p>
          <a:p>
            <a:r>
              <a:t>We work across residential and commercial segments, offering support for buying, selling, and renting properties. Our team combines practical market understanding with a structured approach to ensure that clients receive accurate information and suitable options.</a:t>
            </a:r>
          </a:p>
          <a:p>
            <a:r>
              <a:t>We prioritize clear communication, verified listings, and step-by-step guidance throughout the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Property Buying Assistance</a:t>
            </a:r>
          </a:p>
          <a:p>
            <a:r>
              <a:t>Property Selling Support</a:t>
            </a:r>
          </a:p>
          <a:p>
            <a:r>
              <a:t>Rental Property Management</a:t>
            </a:r>
          </a:p>
          <a:p>
            <a:r>
              <a:t>Market Analysis &amp; Valuation</a:t>
            </a:r>
          </a:p>
          <a:p>
            <a:r>
              <a:t>Legal Documentation Support</a:t>
            </a:r>
          </a:p>
          <a:p>
            <a:r>
              <a:t>Client Consultation &amp;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House - Downtown Location</a:t>
            </a:r>
          </a:p>
          <a:p>
            <a:r>
              <a:t>Luxury Apartment - City Center</a:t>
            </a:r>
          </a:p>
          <a:p>
            <a:r>
              <a:t>Mountain Villa - Mountain Views</a:t>
            </a:r>
          </a:p>
          <a:p>
            <a:r>
              <a:t>Garden Villa - Garden Surroundings</a:t>
            </a:r>
          </a:p>
          <a:p>
            <a:r>
              <a:t>Lake Villa - Lake Front</a:t>
            </a:r>
          </a:p>
          <a:p>
            <a:r>
              <a:t>Beach Villa - Beach Side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Address: 123 Real Estate St, City, State 12345</a:t>
            </a:r>
          </a:p>
          <a:p>
            <a:r>
              <a:t>Phone: (123) 456-7890</a:t>
            </a:r>
          </a:p>
          <a:p>
            <a:r>
              <a:t>Email: info@realestate.com</a:t>
            </a:r>
          </a:p>
          <a:p>
            <a:r>
              <a:t>Hours: Monday - Friday, 9AM - 6PM</a:t>
            </a:r>
          </a:p>
          <a:p>
            <a:r>
              <a:t>Visit our website: www.realestateco.com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considering RealEstate Co. for your real estate needs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